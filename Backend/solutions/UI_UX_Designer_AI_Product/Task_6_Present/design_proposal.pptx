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Final Design Proposal: AI Mental Wellness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Design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A warm, non-clinical mental wellness companion that meets users where they are.</a:t>
            </a:r>
          </a:p>
          <a:p>
            <a:r>
              <a:rPr sz="1500">
                <a:solidFill>
                  <a:srgbClr val="1A1A2E"/>
                </a:solidFill>
              </a:rPr>
              <a:t>Empathetic, private, and accessible to all ages and tech literacy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1A1A2E"/>
                </a:solidFill>
              </a:rPr>
              <a:t>1. Emoji-based mood scale (universal, no language barrier)</a:t>
            </a:r>
          </a:p>
          <a:p>
            <a:r>
              <a:rPr sz="1600">
                <a:solidFill>
                  <a:srgbClr val="1A1A2E"/>
                </a:solidFill>
              </a:rPr>
              <a:t>2. Soft teal color palette (calm, trustworthy, non-medical)</a:t>
            </a:r>
          </a:p>
          <a:p>
            <a:r>
              <a:rPr sz="1600">
                <a:solidFill>
                  <a:srgbClr val="1A1A2E"/>
                </a:solidFill>
              </a:rPr>
              <a:t>3. Guest mode (zero friction to try; privacy-first)</a:t>
            </a:r>
          </a:p>
          <a:p>
            <a:r>
              <a:rPr sz="1600">
                <a:solidFill>
                  <a:srgbClr val="1A1A2E"/>
                </a:solidFill>
              </a:rPr>
              <a:t>4. Always-visible crisis exit button (safety non-negotiable)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Metrics to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KPI | Target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|-----|--------|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Day-7 Retention | &gt; 40%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Daily Check-in Completion | &gt; 60%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Crisis Resource Click Rate | &lt; 2% (ideally low)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App Store Rating | &gt; 4.3/5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1A1A2E"/>
                </a:solidFill>
              </a:rPr>
              <a:t>1. High-fidelity Figma prototype</a:t>
            </a:r>
          </a:p>
          <a:p>
            <a:r>
              <a:rPr sz="1600">
                <a:solidFill>
                  <a:srgbClr val="1A1A2E"/>
                </a:solidFill>
              </a:rPr>
              <a:t>2. Beta launch with 200 users</a:t>
            </a:r>
          </a:p>
          <a:p>
            <a:r>
              <a:rPr sz="1600">
                <a:solidFill>
                  <a:srgbClr val="1A1A2E"/>
                </a:solidFill>
              </a:rPr>
              <a:t>3. A/B test emoji vs slider for mood check-in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