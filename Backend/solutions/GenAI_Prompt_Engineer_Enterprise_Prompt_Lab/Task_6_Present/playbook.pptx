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Prompt Engineering Playbook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Core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1A1A2E"/>
                </a:solidFill>
              </a:rPr>
              <a:t>1. Be specific - state the exact output format required</a:t>
            </a:r>
          </a:p>
          <a:p>
            <a:r>
              <a:rPr sz="1600">
                <a:solidFill>
                  <a:srgbClr val="1A1A2E"/>
                </a:solidFill>
              </a:rPr>
              <a:t>2. Use examples for complex structured tasks (few-shot)</a:t>
            </a:r>
          </a:p>
          <a:p>
            <a:r>
              <a:rPr sz="1600">
                <a:solidFill>
                  <a:srgbClr val="1A1A2E"/>
                </a:solidFill>
              </a:rPr>
              <a:t>3. Add constraints: "Do NOT infer information not present in the input"</a:t>
            </a:r>
          </a:p>
          <a:p>
            <a:r>
              <a:rPr sz="1600">
                <a:solidFill>
                  <a:srgbClr val="1A1A2E"/>
                </a:solidFill>
              </a:rPr>
              <a:t>4. Use low temperature (0.1-0.3) for deterministic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Template Library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#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Classification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`</a:t>
            </a:r>
          </a:p>
          <a:p>
            <a:r>
              <a:rPr sz="1500">
                <a:solidFill>
                  <a:srgbClr val="1A1A2E"/>
                </a:solidFill>
              </a:rPr>
              <a:t>You are a {role}. Classify the input into one of: [{categories}].</a:t>
            </a:r>
          </a:p>
          <a:p>
            <a:r>
              <a:rPr sz="1500">
                <a:solidFill>
                  <a:srgbClr val="1A1A2E"/>
                </a:solidFill>
              </a:rPr>
              <a:t>Examples: {examples}</a:t>
            </a:r>
          </a:p>
          <a:p>
            <a:r>
              <a:rPr sz="1500">
                <a:solidFill>
                  <a:srgbClr val="1A1A2E"/>
                </a:solidFill>
              </a:rPr>
              <a:t>Input: "{input}"</a:t>
            </a:r>
          </a:p>
          <a:p>
            <a:r>
              <a:rPr sz="1500">
                <a:solidFill>
                  <a:srgbClr val="1A1A2E"/>
                </a:solidFill>
              </a:rPr>
              <a:t>Output:</a:t>
            </a:r>
          </a:p>
          <a:p>
            <a:r>
              <a:rPr sz="1500">
                <a:solidFill>
                  <a:srgbClr val="1A1A2E"/>
                </a:solidFill>
              </a:rPr>
              <a:t>`</a:t>
            </a:r>
          </a:p>
          <a:p>
            <a:r>
              <a:rPr sz="1500">
                <a:solidFill>
                  <a:srgbClr val="1A1A2E"/>
                </a:solidFill>
              </a:rPr>
              <a:t>#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Summarization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`</a:t>
            </a:r>
          </a:p>
          <a:p>
            <a:r>
              <a:rPr sz="1500">
                <a:solidFill>
                  <a:srgbClr val="1A1A2E"/>
                </a:solidFill>
              </a:rPr>
              <a:t>Summarize in {n} sentences. Focus on: {aspects}.</a:t>
            </a:r>
          </a:p>
          <a:p>
            <a:r>
              <a:rPr sz="1500">
                <a:solidFill>
                  <a:srgbClr val="1A1A2E"/>
                </a:solidFill>
              </a:rPr>
              <a:t>Input: "{text}"</a:t>
            </a:r>
          </a:p>
          <a:p>
            <a:r>
              <a:rPr sz="1500">
                <a:solidFill>
                  <a:srgbClr val="1A1A2E"/>
                </a:solidFill>
              </a:rPr>
              <a:t>Summary:</a:t>
            </a:r>
          </a:p>
          <a:p>
            <a:r>
              <a:rPr sz="1500">
                <a:solidFill>
                  <a:srgbClr val="1A1A2E"/>
                </a:solidFill>
              </a:rPr>
              <a:t>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Classification Accuracy Target: &gt; 90%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Hallucination Rate Target: &lt; 5%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Latency Target: &lt; 2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Iteration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1A1A2E"/>
                </a:solidFill>
              </a:rPr>
              <a:t>1. Deploy to 10% traffic -&gt; Monitor 1 week -&gt; Analyze failures -&gt; Refine -&gt; Full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