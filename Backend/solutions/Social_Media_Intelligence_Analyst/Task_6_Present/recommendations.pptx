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FitSphere Social Media Strategy: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Priority 1: Increase Posting Frequency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Current: 4x/week. Target: 6-7x/week.</a:t>
            </a:r>
          </a:p>
          <a:p>
            <a:r>
              <a:rPr sz="1500">
                <a:solidFill>
                  <a:srgbClr val="1A1A2E"/>
                </a:solidFill>
              </a:rPr>
              <a:t>Use AI content generation to produce 3 additional posts/week with minimal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Priority 2: TikTok-First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FitSphere's TikTok engagement rate (6.1%) outperforms Instagram (3.8%).</a:t>
            </a:r>
          </a:p>
          <a:p>
            <a:r>
              <a:rPr sz="1500">
                <a:solidFill>
                  <a:srgbClr val="1A1A2E"/>
                </a:solidFill>
              </a:rPr>
              <a:t>Reallocate 40% of content budget to TikTok short-form workout demos.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Priority 3: Influencer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ActiveEdge partners with 45+ micro-influencers (10K-100K followers).</a:t>
            </a:r>
          </a:p>
          <a:p>
            <a:r>
              <a:rPr sz="1500">
                <a:solidFill>
                  <a:srgbClr val="1A1A2E"/>
                </a:solidFill>
              </a:rPr>
              <a:t>Launch a FitSphere Ambassador Program targeting 20 fitness micro-influencers.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Priority 4: Respond to Delivery Complaints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'Damaged packaging' is the top negative theme. Address via packaging redesign + public response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Projected Impact (6 months)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Followers: 82K -&gt; 130K (+58%)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Engagement rate: 3.8% -&gt; 5.2%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Share of voice vs competitors: 28% -&gt; 38%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