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Enterprise AI API Service Platform</a:t>
            </a:r>
          </a:p>
          <a:p>
            <a:pPr>
              <a:spcBef>
                <a:spcPts val="1400"/>
              </a:spcBef>
              <a:defRPr sz="2000">
                <a:solidFill>
                  <a:srgbClr val="3182CE"/>
                </a:solidFill>
              </a:defRPr>
            </a:pPr>
            <a:r>
              <a:t>Production Architecture &amp; Developer Launch | Skillzza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High-throughput REST API for embeddings, summarization, and semantic search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Built with FastAPI, PostgreSQL, SQLAlchemy, and OpenAI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Dockerized for scalable cloud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Core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POST /v1/summarize - Fast document condensation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POST /v1/classify - Multi-class intent categorization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POST /v1/embed - 1536-dim vector embeddings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POST /v1/search - Semantic knowledge base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Security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API key authentication with encrypted storage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Rate limiting: 100 req/min with Token Bucket algorithm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Zero PII logging with 99.95% uptime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Pilot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Over 50,000 requests served in 14-day production pilot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Median latency: 142ms embeddings, 820ms summarization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Ready for multi-tenant enterprise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