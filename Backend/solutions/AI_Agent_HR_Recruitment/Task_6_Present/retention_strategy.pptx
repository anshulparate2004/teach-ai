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Customer Retention Strategy &amp; Playbook</a:t>
            </a:r>
          </a:p>
          <a:p>
            <a:pPr>
              <a:spcBef>
                <a:spcPts val="1400"/>
              </a:spcBef>
              <a:defRPr sz="2000">
                <a:solidFill>
                  <a:srgbClr val="3182CE"/>
                </a:solidFill>
              </a:defRPr>
            </a:pPr>
            <a:r>
              <a:t>AI-Driven Predictive Interventions | Skillzza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Identifies at-risk customers 60 days before contract expiration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Projected to save $1.2M in annual recurring revenue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Early intervention lift of 38% in renewal probability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Predictive Risk Factors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Product usage frequency &lt; 2 logins/week = 32% weight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Support ticket volume &gt; 5 in 90 days = 26% weight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Low NPS score (&lt; 6) = 21% weight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Intervention Playbook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Critical (&gt;0.75): VP outreach call within 24h + 25% renewal discount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Moderate (0.50-0.74): Feature training and onboarding review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Low (&lt;0.50): Automated health score newsletter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02C"/>
                </a:solidFill>
              </a:defRPr>
            </a:pPr>
            <a:r>
              <a:t>Projected ROI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1828800" cy="3810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Current monthly churn: 4.8%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Target monthly churn with AI playbook: 2.9%</a:t>
            </a:r>
          </a:p>
          <a:p>
            <a:pPr>
              <a:spcBef>
                <a:spcPts val="1000"/>
              </a:spcBef>
              <a:defRPr sz="1800">
                <a:solidFill>
                  <a:srgbClr val="1A202C"/>
                </a:solidFill>
              </a:defRPr>
            </a:pPr>
            <a:r>
              <a:t>•  Expected ARR retention: $1,200,000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