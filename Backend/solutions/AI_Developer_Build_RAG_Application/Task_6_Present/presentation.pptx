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RAG Application -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LLMs hallucinate 25% of the time on domain-specific questions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Fine-tuning is expensive and doesn't update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RAG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Documents indexed in ChromaDB -&gt; Semantic search -&gt; Grounded LLM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Hallucination rate: 25% -&gt; 4%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Domain accuracy: 65% -&gt; 92%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Strict grounding-only prompts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Source citations on every answer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Low-confidence answers escalated to human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Add real-time document ingestion pipeline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Multi-language support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Deploy as microservice behind API gateway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