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Government AI Complaint Management System: Stakeholder Pitch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10,000+ complaints/month processed manually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Average routing time: 3-5 business days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Citizens report low satisfaction with response times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Our AI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1A1A2E"/>
                </a:solidFill>
              </a:rPr>
              <a:t>1. Auto-classify complaint to correct department (NLP + Random Forest)</a:t>
            </a:r>
          </a:p>
          <a:p>
            <a:r>
              <a:rPr sz="1600">
                <a:solidFill>
                  <a:srgbClr val="1A1A2E"/>
                </a:solidFill>
              </a:rPr>
              <a:t>2. Retrieve standard resolution template (RAG pipeline)</a:t>
            </a:r>
          </a:p>
          <a:p>
            <a:r>
              <a:rPr sz="1600">
                <a:solidFill>
                  <a:srgbClr val="1A1A2E"/>
                </a:solidFill>
              </a:rPr>
              <a:t>3. Prioritize HIGH urgency cases automatically</a:t>
            </a:r>
          </a:p>
          <a:p>
            <a:r>
              <a:rPr sz="1600">
                <a:solidFill>
                  <a:srgbClr val="1A1A2E"/>
                </a:solidFill>
              </a:rPr>
              <a:t>4. Notify citizens by SMS at each stage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Results (Pilot: 1,000 complaints)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1A1A2E"/>
                </a:solidFill>
                <a:latin typeface="Courier New"/>
              </a:rPr>
              <a:t>| Metric | Before | After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|--------|--------|-------|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Routing Time | 3-5 days | &lt; 2 hours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Classification Accuracy | Manual | 91% AI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Citizen Satisfaction | 48% | 74%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High Urgency Resolution | 21 days avg | 8 days avg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Investment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Rs 42 Lakhs for full deployment across all 15 municipal departments.</a:t>
            </a:r>
          </a:p>
          <a:p>
            <a:r>
              <a:rPr sz="1500">
                <a:solidFill>
                  <a:srgbClr val="1A1A2E"/>
                </a:solidFill>
              </a:rPr>
              <a:t>Projected ROI: Rs 1.8 Crore in efficiency savings per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