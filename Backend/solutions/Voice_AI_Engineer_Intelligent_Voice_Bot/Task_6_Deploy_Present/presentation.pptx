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Presentation: Voice AI Bot — Deployment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TeleCo handles 50,000 customer calls/day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Average handle time: 8 minutes per call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Customer satisfaction (CSAT) score: 61% (industry avg: 75%)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Goal: Automate Tier-1 support (billing, FAQs) with a voice AI 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ASR: OpenAI Whisper for speech-to-text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LLM: GPT-3.5-Turbo for intent detection and response generation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TTS: ElevenLabs for natural-sounding voice output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Memory: LangChain ConversationBufferMemory for multi-turn context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Latency: 1.6 seconds end-to-end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Live Demo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&gt; *Video/demo recording showing the bot:*</a:t>
            </a:r>
          </a:p>
          <a:p>
            <a:r>
              <a:rPr sz="1500">
                <a:solidFill>
                  <a:srgbClr val="1A1A2E"/>
                </a:solidFill>
              </a:rPr>
              <a:t>&gt; 1. Greeting the user</a:t>
            </a:r>
          </a:p>
          <a:p>
            <a:r>
              <a:rPr sz="1500">
                <a:solidFill>
                  <a:srgbClr val="1A1A2E"/>
                </a:solidFill>
              </a:rPr>
              <a:t>&gt; 2. Understanding a billing complaint</a:t>
            </a:r>
          </a:p>
          <a:p>
            <a:r>
              <a:rPr sz="1500">
                <a:solidFill>
                  <a:srgbClr val="1A1A2E"/>
                </a:solidFill>
              </a:rPr>
              <a:t>&gt; 3. Explaining the bill breakdown</a:t>
            </a:r>
          </a:p>
          <a:p>
            <a:r>
              <a:rPr sz="1500">
                <a:solidFill>
                  <a:srgbClr val="1A1A2E"/>
                </a:solidFill>
              </a:rPr>
              <a:t>&gt; 4. Offering escalation to a human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Responsible AI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Bot announces itself as AI at the start of every call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Profanity and harmful content filtered before LLM processing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No session data retained after call ends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Human escalation always available on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Business Impact &amp; Rollout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Metric | Before | After (Projected)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|--------|--------|-------------------|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Avg Handle Time | 8 min | 2.5 min (bot)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CSAT Score | 61% | 74%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Cost per call | ₹45 | ₹8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Bot containment | 0% | 65% |</a:t>
            </a:r>
          </a:p>
          <a:p>
            <a:r>
              <a:rPr sz="1500">
                <a:solidFill>
                  <a:srgbClr val="1A1A2E"/>
                </a:solidFill>
              </a:rPr>
              <a:t>Rollout: 3-month pilot → Full deployment → Multilingual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