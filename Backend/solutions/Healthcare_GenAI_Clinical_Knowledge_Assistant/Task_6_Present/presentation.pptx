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Clinical Knowledge Assistant - Presentation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500">
                <a:solidFill>
                  <a:srgbClr val="FFFFFF"/>
                </a:solidFill>
              </a:rPr>
              <a:t>Skillzza AI Internship Simulation</a:t>
            </a:r>
          </a:p>
          <a:p>
            <a:r>
              <a:rPr sz="1500">
                <a:solidFill>
                  <a:srgbClr val="FFFFFF"/>
                </a:solidFill>
              </a:rPr>
              <a:t>Prepared by: Intern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/>
            <a:r>
              <a:rPr sz="1600">
                <a:solidFill>
                  <a:srgbClr val="1A1A2E"/>
                </a:solidFill>
              </a:rPr>
              <a:t>• Clinicians spend 25% of time searching guidelines</a:t>
            </a:r>
          </a:p>
          <a:p>
            <a:pPr lvl="1"/>
            <a:r>
              <a:rPr sz="1600">
                <a:solidFill>
                  <a:srgbClr val="1A1A2E"/>
                </a:solidFill>
              </a:rPr>
              <a:t>• Patients get inconsistent information 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/>
            <a:r>
              <a:rPr sz="1600">
                <a:solidFill>
                  <a:srgbClr val="1A1A2E"/>
                </a:solidFill>
              </a:rPr>
              <a:t>• RAG AI grounded in ADA, AHA, IDSA, CDC guidelines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500">
                <a:solidFill>
                  <a:srgbClr val="1A1A2E"/>
                </a:solidFill>
              </a:rPr>
              <a:t>Query -&gt; Embeddings -&gt; ChromaDB -&gt; GPT-3.5 -&gt; Cited Answer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Safety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/>
            <a:r>
              <a:rPr sz="1600">
                <a:solidFill>
                  <a:srgbClr val="1A1A2E"/>
                </a:solidFill>
              </a:rPr>
              <a:t>• HIPAA compliant | Cited sources | Doctor disclaimer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Impact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/>
            <a:r>
              <a:rPr sz="1600">
                <a:solidFill>
                  <a:srgbClr val="1A1A2E"/>
                </a:solidFill>
              </a:rPr>
              <a:t>• Guideline lookup: 12 min -&gt; 8 sec | Accuracy: 72% -&gt; 91%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