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Customer Support AI - KPI Improvement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Before vs After AI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  <a:latin typeface="Courier New"/>
              </a:rPr>
              <a:t>| KPI | Before | After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|-----|--------|-------|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Avg Resolution Time | 4.2 hours | 5 minutes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First Response Time | 45 minutes | 1.2 seconds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Tickets Resolved by AI | 0% | 65%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Agent Escalation Rate | 100% | 35% |</a:t>
            </a:r>
          </a:p>
          <a:p>
            <a:r>
              <a:rPr sz="1300">
                <a:solidFill>
                  <a:srgbClr val="1A1A2E"/>
                </a:solidFill>
                <a:latin typeface="Courier New"/>
              </a:rPr>
              <a:t>| CSAT Score | 3.4/5 | 4.1/5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1A1A2E"/>
                </a:solidFill>
              </a:rPr>
              <a:t>Expand AI agent to cover onboarding queries and integration support.</a:t>
            </a:r>
          </a:p>
          <a:p>
            <a:r>
              <a:rPr sz="1500">
                <a:solidFill>
                  <a:srgbClr val="1A1A2E"/>
                </a:solidFill>
              </a:rPr>
              <a:t>Estimated additional 15% containment rate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