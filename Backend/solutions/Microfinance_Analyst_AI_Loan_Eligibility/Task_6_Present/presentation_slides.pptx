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Presentation: AI Loan Eligibility Engine — Business Impact &amp;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FFFFFF"/>
                </a:solidFill>
              </a:rPr>
              <a:t>Skillzza AI Internship Simulation</a:t>
            </a:r>
          </a:p>
          <a:p>
            <a:r>
              <a:rPr sz="1500">
                <a:solidFill>
                  <a:srgbClr val="FFFFFF"/>
                </a:solidFill>
              </a:rPr>
              <a:t>Prepared by: Intern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Manual loan assessment takes 7–14 days and is prone to human bias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Microfinance institutions serve 200M+ unbanked individuals globally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Default rates average 8–12% due to inconsistent eligibility checks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Our Solution — The AI Loan Eligibility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Input: Applicant profile (income, employment, credit history, dependents)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Process: Random Forest classifier trained on 500+ applicant records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Output: Approved / Rejected + plain-English explanation (via GPT-3.5)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Speed: Decision in &lt; 2 seconds vs. 10 business days manually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Model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300">
                <a:solidFill>
                  <a:srgbClr val="1A1A2E"/>
                </a:solidFill>
                <a:latin typeface="Courier New"/>
              </a:rPr>
              <a:t>| Metric | Value |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|--------|-------|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| Accuracy | 91.0% |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| Precision (Approved) | 89.5% |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| Recall (Approved) | 93.2% |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| F1 Score | 91.3% |</a:t>
            </a:r>
          </a:p>
          <a:p>
            <a:r>
              <a:rPr sz="1500">
                <a:solidFill>
                  <a:srgbClr val="1A1A2E"/>
                </a:solidFill>
              </a:rPr>
              <a:t>Top predictors: Credit History Score, Monthly Income, Loan-to-Income Ratio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Fairness &amp; Responsible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Gender Gap: Only 2.5% — within acceptable parity threshold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Transparency: Every decision explained in plain English to the applicant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Human-in-the-Loop: Borderline cases flagged for manual review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Privacy: No PII used in model training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Business Impact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Projected ROI: 60% reduction in loan processing costs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Scale: Ready to process 10,000 applications/day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Next Steps:</a:t>
            </a:r>
          </a:p>
          <a:p>
            <a:r>
              <a:rPr sz="1600">
                <a:solidFill>
                  <a:srgbClr val="1A1A2E"/>
                </a:solidFill>
              </a:rPr>
              <a:t>1. Pilot with 100 live applicants (Month 1)</a:t>
            </a:r>
          </a:p>
          <a:p>
            <a:r>
              <a:rPr sz="1600">
                <a:solidFill>
                  <a:srgbClr val="1A1A2E"/>
                </a:solidFill>
              </a:rPr>
              <a:t>2. Integrate with core banking system (Month 2)</a:t>
            </a:r>
          </a:p>
          <a:p>
            <a:r>
              <a:rPr sz="1600">
                <a:solidFill>
                  <a:srgbClr val="1A1A2E"/>
                </a:solidFill>
              </a:rPr>
              <a:t>3. Full deployment + quarterly model retraining (Month 3+)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