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Investment Recommendation: TechNova Inc.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Verdict: BUY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TechNova is a high-quality AI software company with strong fundamentals: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50% YoY revenue growth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118% Net Revenue Retention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Expanding EBITDA margins (10% -&gt; 20% over 2 years)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DCF: $312M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Comparable Companies: $320-378M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Recommended Entry Price: $330M 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Key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Customer concentration (top 3 = 45% revenue)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Key person risk: CTO is sole AI architect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1A1A2E"/>
                </a:solidFill>
              </a:rPr>
              <a:t>1. Conduct management interview</a:t>
            </a:r>
          </a:p>
          <a:p>
            <a:r>
              <a:rPr sz="1600">
                <a:solidFill>
                  <a:srgbClr val="1A1A2E"/>
                </a:solidFill>
              </a:rPr>
              <a:t>2. Review top 3 customer contracts</a:t>
            </a:r>
          </a:p>
          <a:p>
            <a:r>
              <a:rPr sz="1600">
                <a:solidFill>
                  <a:srgbClr val="1A1A2E"/>
                </a:solidFill>
              </a:rPr>
              <a:t>3. Technical due diligence on AI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