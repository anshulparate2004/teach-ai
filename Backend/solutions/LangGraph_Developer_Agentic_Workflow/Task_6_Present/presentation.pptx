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LangGraph Agentic Workflow - Presentation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37160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500">
                <a:solidFill>
                  <a:srgbClr val="FFFFFF"/>
                </a:solidFill>
              </a:rPr>
              <a:t>Skillzza AI Internship Simulation</a:t>
            </a:r>
          </a:p>
          <a:p>
            <a:r>
              <a:rPr sz="1500">
                <a:solidFill>
                  <a:srgbClr val="FFFFFF"/>
                </a:solidFill>
              </a:rPr>
              <a:t>Prepared by: Intern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</a:rPr>
              <a:t>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37160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lvl="1"/>
            <a:r>
              <a:rPr sz="1600">
                <a:solidFill>
                  <a:srgbClr val="1A1A2E"/>
                </a:solidFill>
              </a:rPr>
              <a:t>• Support agents manually triage 500+ queries/day</a:t>
            </a:r>
          </a:p>
          <a:p>
            <a:pPr lvl="1"/>
            <a:r>
              <a:rPr sz="1600">
                <a:solidFill>
                  <a:srgbClr val="1A1A2E"/>
                </a:solidFill>
              </a:rPr>
              <a:t>• Wrong routing causes 2+ hour delays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</a:rPr>
              <a:t>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37160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lvl="1"/>
            <a:r>
              <a:rPr sz="1600">
                <a:solidFill>
                  <a:srgbClr val="1A1A2E"/>
                </a:solidFill>
              </a:rPr>
              <a:t>• LangGraph workflow: classify intent -&gt; route to specialist node</a:t>
            </a:r>
          </a:p>
          <a:p>
            <a:pPr lvl="1"/>
            <a:r>
              <a:rPr sz="1600">
                <a:solidFill>
                  <a:srgbClr val="1A1A2E"/>
                </a:solidFill>
              </a:rPr>
              <a:t>• LLM-powered classification with conditional graph edges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</a:rPr>
              <a:t>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37160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lvl="1"/>
            <a:r>
              <a:rPr sz="1600">
                <a:solidFill>
                  <a:srgbClr val="1A1A2E"/>
                </a:solidFill>
              </a:rPr>
              <a:t>• Intent classification accuracy: 90-100% across categories</a:t>
            </a:r>
          </a:p>
          <a:p>
            <a:pPr lvl="1"/>
            <a:r>
              <a:rPr sz="1600">
                <a:solidFill>
                  <a:srgbClr val="1A1A2E"/>
                </a:solidFill>
              </a:rPr>
              <a:t>• Query resolution time: 8 min -&gt; 30 sec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</a:rPr>
              <a:t>Reliability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37160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lvl="1"/>
            <a:r>
              <a:rPr sz="1600">
                <a:solidFill>
                  <a:srgbClr val="1A1A2E"/>
                </a:solidFill>
              </a:rPr>
              <a:t>• Every path terminates; no infinite loops</a:t>
            </a:r>
          </a:p>
          <a:p>
            <a:pPr lvl="1"/>
            <a:r>
              <a:rPr sz="1600">
                <a:solidFill>
                  <a:srgbClr val="1A1A2E"/>
                </a:solidFill>
              </a:rPr>
              <a:t>• Full audit log at every node</a:t>
            </a:r>
          </a:p>
          <a:p>
            <a:pPr lvl="1"/>
            <a:r>
              <a:rPr sz="1600">
                <a:solidFill>
                  <a:srgbClr val="1A1A2E"/>
                </a:solidFill>
              </a:rPr>
              <a:t>• Human escalation always available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</a:rPr>
              <a:t>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37160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lvl="1"/>
            <a:r>
              <a:rPr sz="1600">
                <a:solidFill>
                  <a:srgbClr val="1A1A2E"/>
                </a:solidFill>
              </a:rPr>
              <a:t>• Add parallel nodes for concurrent checks</a:t>
            </a:r>
          </a:p>
          <a:p>
            <a:pPr lvl="1"/>
            <a:r>
              <a:rPr sz="1600">
                <a:solidFill>
                  <a:srgbClr val="1A1A2E"/>
                </a:solidFill>
              </a:rPr>
              <a:t>• Integrate with CRM (Salesforce/Zendesk)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