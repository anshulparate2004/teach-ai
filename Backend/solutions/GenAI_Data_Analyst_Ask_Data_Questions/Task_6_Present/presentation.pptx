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Presentation: Ask Your Data — NL Analytics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Analysts wait 3-4 hours for SQL queries from data team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70% of business users cannot write SQL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Self-service BI tools require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Type a question in plain English -&gt; instant database answers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Stack: LangChain SQL Agent + GPT-3.5 + SQLite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"Top 3 selling products last month?" -&gt; Answered in 1.2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Accuracy &amp;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90% query accuracy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Read-only database access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AI-generated answers flagged with confidence indicator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Eliminates 80% of ad-hoc data requests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Pilot: 10-user marketing team -&gt; Full rollout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