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Presentation: SyncBot Deployment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Introduction to SyncBot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Vision: Reclaim 10+ hours a week for every employee.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Core Value: An AI agent that autonomously schedules, tracks tasks, and answers contextual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LLM Engine: OpenAI GPT-4 / GPT-3.5-Turbo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Memory Framework: LangChain ConversationBufferMemory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Integration Layer: REST APIs connecting to Google Calendar and Jira.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Live Demo 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*Video Placeholder* showing the agent taking a raw meeting transcript, extracting 3 action items, assigning them in Jira, and scheduling a follow-up meeting in one swift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Responsible AI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Privacy First: Pre-filtering PII out of prompts before they hit external APIs.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Unbiased Logic: Prompt constraints designed to enforce neutral, objective task handling.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Transparency: Embedded disclaimers on AI-generated scheduling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Steps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Pilot launch with a 10-person project management team next week.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Gather feedback loop metrics (latency, accuracy, hallucination rate).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Full enterprise rollout planned for Q4.\n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