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 SOC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FFFFFF"/>
                </a:solidFill>
              </a:rPr>
              <a:t>Skillzza AI Internship Simulation</a:t>
            </a:r>
          </a:p>
          <a:p>
            <a:r>
              <a:rPr sz="1500">
                <a:solidFill>
                  <a:srgbClr val="FFFFFF"/>
                </a:solidFill>
              </a:rPr>
              <a:t>Prepared by: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SOC analysts review 10,000+ alerts/day; 70% false positives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MTTD: 207 days industry average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Isolation Forest detects anomalies automatically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GPT-4 generates readable incident reports in 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Port scan at 3:42 AM detected in 2.1 seconds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False positive rate: 70% -&gt; 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Responsible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Analyst approval before any action</a:t>
            </a:r>
          </a:p>
          <a:p>
            <a:pPr lvl="1"/>
            <a:r>
              <a:rPr sz="1600">
                <a:solidFill>
                  <a:srgbClr val="1A1A2E"/>
                </a:solidFill>
              </a:rPr>
              <a:t>• Explainability dashboard with contributing factors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2E"/>
                </a:solidFill>
              </a:rPr>
              <a:t>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371600" cy="381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lvl="1"/>
            <a:r>
              <a:rPr sz="1600">
                <a:solidFill>
                  <a:srgbClr val="1A1A2E"/>
                </a:solidFill>
              </a:rPr>
              <a:t>• MTTD: 207 days -&gt; 4 hours | Analyst load: -75%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