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Aria - Virtual Receptionist: Final Showcase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500">
                <a:solidFill>
                  <a:srgbClr val="FFFFFF"/>
                </a:solidFill>
              </a:rPr>
              <a:t>Skillzza AI Internship Simulation</a:t>
            </a:r>
          </a:p>
          <a:p>
            <a:r>
              <a:rPr sz="1500">
                <a:solidFill>
                  <a:srgbClr val="FFFFFF"/>
                </a:solidFill>
              </a:rPr>
              <a:t>Prepared by: Intern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500">
                <a:solidFill>
                  <a:srgbClr val="1A1A2E"/>
                </a:solidFill>
              </a:rPr>
              <a:t>Aria handles 85% of visitor inquiries without human intervention,</a:t>
            </a:r>
          </a:p>
          <a:p>
            <a:r>
              <a:rPr sz="1500">
                <a:solidFill>
                  <a:srgbClr val="1A1A2E"/>
                </a:solidFill>
              </a:rPr>
              <a:t>available 24/7 across web, kiosk, and WhatsApp channels.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Demo Highlights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/>
            <a:r>
              <a:rPr sz="1600">
                <a:solidFill>
                  <a:srgbClr val="1A1A2E"/>
                </a:solidFill>
              </a:rPr>
              <a:t>• Greeting new visitor and offering free day pass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Booking a meeting room with availability check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Escalating a billing complaint to human staff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300">
                <a:solidFill>
                  <a:srgbClr val="1A1A2E"/>
                </a:solidFill>
                <a:latin typeface="Courier New"/>
              </a:rPr>
              <a:t>| Metric | Before Aria | After Aria |</a:t>
            </a:r>
          </a:p>
          <a:p>
            <a:r>
              <a:rPr sz="1300">
                <a:solidFill>
                  <a:srgbClr val="1A1A2E"/>
                </a:solidFill>
                <a:latin typeface="Courier New"/>
              </a:rPr>
              <a:t>|--------|------------|------------|</a:t>
            </a:r>
          </a:p>
          <a:p>
            <a:r>
              <a:rPr sz="1300">
                <a:solidFill>
                  <a:srgbClr val="1A1A2E"/>
                </a:solidFill>
                <a:latin typeface="Courier New"/>
              </a:rPr>
              <a:t>| Staff time on FAQs | 3 hrs/day | 30 min/day |</a:t>
            </a:r>
          </a:p>
          <a:p>
            <a:r>
              <a:rPr sz="1300">
                <a:solidFill>
                  <a:srgbClr val="1A1A2E"/>
                </a:solidFill>
                <a:latin typeface="Courier New"/>
              </a:rPr>
              <a:t>| Visitor wait time | 8 min | Instant |</a:t>
            </a:r>
          </a:p>
          <a:p>
            <a:r>
              <a:rPr sz="1300">
                <a:solidFill>
                  <a:srgbClr val="1A1A2E"/>
                </a:solidFill>
                <a:latin typeface="Courier New"/>
              </a:rPr>
              <a:t>| After-hours coverage | None | 24/7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/>
            <a:r>
              <a:rPr sz="1600">
                <a:solidFill>
                  <a:srgbClr val="1A1A2E"/>
                </a:solidFill>
              </a:rPr>
              <a:t>• Add multilingual support (Hindi, Tamil, Kannada)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Integrate with booking management system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Deploy on physical kiosk at entrance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