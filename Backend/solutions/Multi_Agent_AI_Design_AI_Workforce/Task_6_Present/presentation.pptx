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Presentation: Multi-Agent AI Workforce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Knowledge workers spend 40% of time on repetitive research, analysis, and report writing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Single LLM cannot handle complex, multi-step research tasks reliably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Goal: Build an AI workforce that automates multi-step knowledge work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`</a:t>
            </a:r>
          </a:p>
          <a:p>
            <a:r>
              <a:rPr sz="1500">
                <a:solidFill>
                  <a:srgbClr val="1A1A2E"/>
                </a:solidFill>
              </a:rPr>
              <a:t>Orchestrator → Research Agent → Analysis Agent → Writer Agent → QA Agent</a:t>
            </a:r>
          </a:p>
          <a:p>
            <a:r>
              <a:rPr sz="1500">
                <a:solidFill>
                  <a:srgbClr val="1A1A2E"/>
                </a:solidFill>
              </a:rPr>
              <a:t>`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Built with CrewAI framework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Each agent has a specialized role, tools, and LLM configuration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Sequential workflow with inter-agent message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Live Demo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Task | Time (Manual) | Time (AI Workforce)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|------|--------------|---------------------|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Market Research Report | 3 days | 3 minutes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Competitive Analysis | 1 day | 45 seconds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Financial Summary | 4 hours | 30 seconds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Responsible AI Safeguards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QA Agent validates all outputs before delivery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Audit trail logs every agent action with timestamps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Human approval required before any external actions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Max 5 iteration limit prevents infinite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Scalability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Current: 4 agents, sequential workflow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Next: Add parallel agent execution for 3x speed improvement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Q2: Integrate web search tools for real-time data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Q3: Add domain-specific expert agents (Legal, Finance, HR)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