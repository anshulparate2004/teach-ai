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Campaign Performance &amp; AI Optimization Report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500">
                <a:solidFill>
                  <a:srgbClr val="FFFFFF"/>
                </a:solidFill>
              </a:rPr>
              <a:t>Skillzza AI Internship Simulation</a:t>
            </a:r>
          </a:p>
          <a:p>
            <a:r>
              <a:rPr sz="1500">
                <a:solidFill>
                  <a:srgbClr val="FFFFFF"/>
                </a:solidFill>
              </a:rPr>
              <a:t>Prepared by: Intern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500">
                <a:solidFill>
                  <a:srgbClr val="1A1A2E"/>
                </a:solidFill>
              </a:rPr>
              <a:t>AI-driven audience segmentation and content personalization increased overall campaign ROAS</a:t>
            </a:r>
          </a:p>
          <a:p>
            <a:r>
              <a:rPr sz="1500">
                <a:solidFill>
                  <a:srgbClr val="1A1A2E"/>
                </a:solidFill>
              </a:rPr>
              <a:t>from 3.0x to 4.6x while reducing cost per acquisition by 28%.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Before vs After AI Optimization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300">
                <a:solidFill>
                  <a:srgbClr val="1A1A2E"/>
                </a:solidFill>
                <a:latin typeface="Courier New"/>
              </a:rPr>
              <a:t>| Metric | Before | After |</a:t>
            </a:r>
          </a:p>
          <a:p>
            <a:r>
              <a:rPr sz="1300">
                <a:solidFill>
                  <a:srgbClr val="1A1A2E"/>
                </a:solidFill>
                <a:latin typeface="Courier New"/>
              </a:rPr>
              <a:t>|--------|--------|-------|</a:t>
            </a:r>
          </a:p>
          <a:p>
            <a:r>
              <a:rPr sz="1300">
                <a:solidFill>
                  <a:srgbClr val="1A1A2E"/>
                </a:solidFill>
                <a:latin typeface="Courier New"/>
              </a:rPr>
              <a:t>| Overall ROAS | 3.0x | 4.6x |</a:t>
            </a:r>
          </a:p>
          <a:p>
            <a:r>
              <a:rPr sz="1300">
                <a:solidFill>
                  <a:srgbClr val="1A1A2E"/>
                </a:solidFill>
                <a:latin typeface="Courier New"/>
              </a:rPr>
              <a:t>| Cost per Acquisition | Rs 1,230 | Rs 885 |</a:t>
            </a:r>
          </a:p>
          <a:p>
            <a:r>
              <a:rPr sz="1300">
                <a:solidFill>
                  <a:srgbClr val="1A1A2E"/>
                </a:solidFill>
                <a:latin typeface="Courier New"/>
              </a:rPr>
              <a:t>| Email Open Rate | 18% | 34% |</a:t>
            </a:r>
          </a:p>
          <a:p>
            <a:r>
              <a:rPr sz="1300">
                <a:solidFill>
                  <a:srgbClr val="1A1A2E"/>
                </a:solidFill>
                <a:latin typeface="Courier New"/>
              </a:rPr>
              <a:t>| Total Conversions | 766 | 1,142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Recommendation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500">
                <a:solidFill>
                  <a:srgbClr val="1A1A2E"/>
                </a:solidFill>
              </a:rPr>
              <a:t>Continue AI-powered personalization for all campaigns.</a:t>
            </a:r>
          </a:p>
          <a:p>
            <a:r>
              <a:rPr sz="1500">
                <a:solidFill>
                  <a:srgbClr val="1A1A2E"/>
                </a:solidFill>
              </a:rPr>
              <a:t>Expand to SMS and WhatsApp channels in Q4 for an estimated additional 15% conversion lift.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