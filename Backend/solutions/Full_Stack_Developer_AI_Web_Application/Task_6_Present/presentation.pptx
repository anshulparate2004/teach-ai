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Web Application -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Teams spend hours on manual research and document Q&amp;A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No centralized AI assistant for the enterprise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Full-stack AI chat app: React + FastAPI + GPT-3.5-Turbo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Streaming responses for real-time feel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Persistent chat history per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Chat interface with streaming responses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Multi-session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Rate limiting, input sanitization, HTTPS, no key exposure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Add document upload for RAG queries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SSO authentication integration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Deploy to AWS 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